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52"/>
    <p:restoredTop sz="94468"/>
  </p:normalViewPr>
  <p:slideViewPr>
    <p:cSldViewPr snapToGrid="0" snapToObjects="1">
      <p:cViewPr varScale="1">
        <p:scale>
          <a:sx n="88" d="100"/>
          <a:sy n="88" d="100"/>
        </p:scale>
        <p:origin x="192" y="7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2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2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4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189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1" indent="-342891" algn="l" defTabSz="457189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defTabSz="457189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457189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457189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457189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itle Background" descr="title_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7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4" y="-1685840"/>
            <a:ext cx="4894564" cy="12193547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0</Words>
  <Application>Microsoft Macintosh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Jeymi Diaz Andino</cp:lastModifiedBy>
  <cp:revision>16</cp:revision>
  <dcterms:created xsi:type="dcterms:W3CDTF">2013-01-27T09:14:16Z</dcterms:created>
  <dcterms:modified xsi:type="dcterms:W3CDTF">2026-10-09T23:30:02Z</dcterms:modified>
  <cp:category/>
</cp:coreProperties>
</file>